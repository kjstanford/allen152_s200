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1264" r:id="rId2"/>
    <p:sldId id="2147471265" r:id="rId3"/>
    <p:sldId id="2147471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stav Jana" userId="ae9173d4-f2b4-4920-b8a4-07fcf6ae80a0" providerId="ADAL" clId="{A138BA3B-3498-40C0-9686-4FFD68BDB2E1}"/>
    <pc:docChg chg="custSel addSld delSld modSld delMainMaster">
      <pc:chgData name="Koustav Jana" userId="ae9173d4-f2b4-4920-b8a4-07fcf6ae80a0" providerId="ADAL" clId="{A138BA3B-3498-40C0-9686-4FFD68BDB2E1}" dt="2026-08-31T20:53:02.663" v="786" actId="2696"/>
      <pc:docMkLst>
        <pc:docMk/>
      </pc:docMkLst>
      <pc:sldChg chg="modSp add mod">
        <pc:chgData name="Koustav Jana" userId="ae9173d4-f2b4-4920-b8a4-07fcf6ae80a0" providerId="ADAL" clId="{A138BA3B-3498-40C0-9686-4FFD68BDB2E1}" dt="2026-08-30T05:02:55.628" v="784" actId="20577"/>
        <pc:sldMkLst>
          <pc:docMk/>
          <pc:sldMk cId="1324542143" sldId="2147471263"/>
        </pc:sldMkLst>
        <pc:spChg chg="mod">
          <ac:chgData name="Koustav Jana" userId="ae9173d4-f2b4-4920-b8a4-07fcf6ae80a0" providerId="ADAL" clId="{A138BA3B-3498-40C0-9686-4FFD68BDB2E1}" dt="2026-08-30T04:08:50.412" v="37" actId="20577"/>
          <ac:spMkLst>
            <pc:docMk/>
            <pc:sldMk cId="1324542143" sldId="2147471263"/>
            <ac:spMk id="2" creationId="{9047693C-2E01-9FF9-2CC5-EF3CA95AFBCA}"/>
          </ac:spMkLst>
        </pc:spChg>
        <pc:spChg chg="mod">
          <ac:chgData name="Koustav Jana" userId="ae9173d4-f2b4-4920-b8a4-07fcf6ae80a0" providerId="ADAL" clId="{A138BA3B-3498-40C0-9686-4FFD68BDB2E1}" dt="2026-08-30T05:02:55.628" v="784" actId="20577"/>
          <ac:spMkLst>
            <pc:docMk/>
            <pc:sldMk cId="1324542143" sldId="2147471263"/>
            <ac:spMk id="4" creationId="{2BF99AAA-94D6-4D2A-5B71-F80CA81AA76C}"/>
          </ac:spMkLst>
        </pc:spChg>
      </pc:sldChg>
      <pc:sldChg chg="addSp delSp modSp new mod modClrScheme chgLayout">
        <pc:chgData name="Koustav Jana" userId="ae9173d4-f2b4-4920-b8a4-07fcf6ae80a0" providerId="ADAL" clId="{A138BA3B-3498-40C0-9686-4FFD68BDB2E1}" dt="2026-08-30T04:37:01.379" v="325" actId="20577"/>
        <pc:sldMkLst>
          <pc:docMk/>
          <pc:sldMk cId="1325923280" sldId="2147471264"/>
        </pc:sldMkLst>
        <pc:spChg chg="del mod ord">
          <ac:chgData name="Koustav Jana" userId="ae9173d4-f2b4-4920-b8a4-07fcf6ae80a0" providerId="ADAL" clId="{A138BA3B-3498-40C0-9686-4FFD68BDB2E1}" dt="2026-08-30T04:33:43.422" v="54" actId="700"/>
          <ac:spMkLst>
            <pc:docMk/>
            <pc:sldMk cId="1325923280" sldId="2147471264"/>
            <ac:spMk id="2" creationId="{729CB648-04A0-8B5D-314C-719FDC7BB92C}"/>
          </ac:spMkLst>
        </pc:spChg>
        <pc:spChg chg="del mod ord">
          <ac:chgData name="Koustav Jana" userId="ae9173d4-f2b4-4920-b8a4-07fcf6ae80a0" providerId="ADAL" clId="{A138BA3B-3498-40C0-9686-4FFD68BDB2E1}" dt="2026-08-30T04:33:43.422" v="54" actId="700"/>
          <ac:spMkLst>
            <pc:docMk/>
            <pc:sldMk cId="1325923280" sldId="2147471264"/>
            <ac:spMk id="3" creationId="{817D0FB9-FE3D-DE5E-015D-3E5180FFE358}"/>
          </ac:spMkLst>
        </pc:spChg>
        <pc:spChg chg="add mod ord">
          <ac:chgData name="Koustav Jana" userId="ae9173d4-f2b4-4920-b8a4-07fcf6ae80a0" providerId="ADAL" clId="{A138BA3B-3498-40C0-9686-4FFD68BDB2E1}" dt="2026-08-30T04:34:02.630" v="88" actId="20577"/>
          <ac:spMkLst>
            <pc:docMk/>
            <pc:sldMk cId="1325923280" sldId="2147471264"/>
            <ac:spMk id="4" creationId="{868E2AA0-2539-7CDF-9F16-9CBDC9137D5A}"/>
          </ac:spMkLst>
        </pc:spChg>
        <pc:spChg chg="add mod ord">
          <ac:chgData name="Koustav Jana" userId="ae9173d4-f2b4-4920-b8a4-07fcf6ae80a0" providerId="ADAL" clId="{A138BA3B-3498-40C0-9686-4FFD68BDB2E1}" dt="2026-08-30T04:37:01.379" v="325" actId="20577"/>
          <ac:spMkLst>
            <pc:docMk/>
            <pc:sldMk cId="1325923280" sldId="2147471264"/>
            <ac:spMk id="5" creationId="{9471F627-AA5A-FEC9-8719-CD7CCFA72CB1}"/>
          </ac:spMkLst>
        </pc:spChg>
      </pc:sldChg>
      <pc:sldChg chg="new del">
        <pc:chgData name="Koustav Jana" userId="ae9173d4-f2b4-4920-b8a4-07fcf6ae80a0" providerId="ADAL" clId="{A138BA3B-3498-40C0-9686-4FFD68BDB2E1}" dt="2026-08-31T20:53:02.663" v="786" actId="2696"/>
        <pc:sldMkLst>
          <pc:docMk/>
          <pc:sldMk cId="3365470750" sldId="2147471265"/>
        </pc:sldMkLst>
      </pc:sldChg>
      <pc:sldMasterChg chg="del delSldLayout">
        <pc:chgData name="Koustav Jana" userId="ae9173d4-f2b4-4920-b8a4-07fcf6ae80a0" providerId="ADAL" clId="{A138BA3B-3498-40C0-9686-4FFD68BDB2E1}" dt="2026-08-30T04:33:43.422" v="54" actId="700"/>
        <pc:sldMasterMkLst>
          <pc:docMk/>
          <pc:sldMasterMk cId="2964182762" sldId="2147483648"/>
        </pc:sldMasterMkLst>
        <pc:sldLayoutChg chg="del">
          <pc:chgData name="Koustav Jana" userId="ae9173d4-f2b4-4920-b8a4-07fcf6ae80a0" providerId="ADAL" clId="{A138BA3B-3498-40C0-9686-4FFD68BDB2E1}" dt="2026-08-30T04:33:43.422" v="54" actId="700"/>
          <pc:sldLayoutMkLst>
            <pc:docMk/>
            <pc:sldMasterMk cId="2964182762" sldId="2147483648"/>
            <pc:sldLayoutMk cId="3608869015" sldId="2147483649"/>
          </pc:sldLayoutMkLst>
        </pc:sldLayoutChg>
        <pc:sldLayoutChg chg="del">
          <pc:chgData name="Koustav Jana" userId="ae9173d4-f2b4-4920-b8a4-07fcf6ae80a0" providerId="ADAL" clId="{A138BA3B-3498-40C0-9686-4FFD68BDB2E1}" dt="2026-08-30T04:33:43.422" v="54" actId="700"/>
          <pc:sldLayoutMkLst>
            <pc:docMk/>
            <pc:sldMasterMk cId="2964182762" sldId="2147483648"/>
            <pc:sldLayoutMk cId="677671181" sldId="2147483650"/>
          </pc:sldLayoutMkLst>
        </pc:sldLayoutChg>
        <pc:sldLayoutChg chg="del">
          <pc:chgData name="Koustav Jana" userId="ae9173d4-f2b4-4920-b8a4-07fcf6ae80a0" providerId="ADAL" clId="{A138BA3B-3498-40C0-9686-4FFD68BDB2E1}" dt="2026-08-30T04:33:43.422" v="54" actId="700"/>
          <pc:sldLayoutMkLst>
            <pc:docMk/>
            <pc:sldMasterMk cId="2964182762" sldId="2147483648"/>
            <pc:sldLayoutMk cId="1090033084" sldId="2147483651"/>
          </pc:sldLayoutMkLst>
        </pc:sldLayoutChg>
        <pc:sldLayoutChg chg="del">
          <pc:chgData name="Koustav Jana" userId="ae9173d4-f2b4-4920-b8a4-07fcf6ae80a0" providerId="ADAL" clId="{A138BA3B-3498-40C0-9686-4FFD68BDB2E1}" dt="2026-08-30T04:33:43.422" v="54" actId="700"/>
          <pc:sldLayoutMkLst>
            <pc:docMk/>
            <pc:sldMasterMk cId="2964182762" sldId="2147483648"/>
            <pc:sldLayoutMk cId="4061776610" sldId="2147483652"/>
          </pc:sldLayoutMkLst>
        </pc:sldLayoutChg>
        <pc:sldLayoutChg chg="del">
          <pc:chgData name="Koustav Jana" userId="ae9173d4-f2b4-4920-b8a4-07fcf6ae80a0" providerId="ADAL" clId="{A138BA3B-3498-40C0-9686-4FFD68BDB2E1}" dt="2026-08-30T04:33:43.422" v="54" actId="700"/>
          <pc:sldLayoutMkLst>
            <pc:docMk/>
            <pc:sldMasterMk cId="2964182762" sldId="2147483648"/>
            <pc:sldLayoutMk cId="2234940988" sldId="2147483653"/>
          </pc:sldLayoutMkLst>
        </pc:sldLayoutChg>
        <pc:sldLayoutChg chg="del">
          <pc:chgData name="Koustav Jana" userId="ae9173d4-f2b4-4920-b8a4-07fcf6ae80a0" providerId="ADAL" clId="{A138BA3B-3498-40C0-9686-4FFD68BDB2E1}" dt="2026-08-30T04:33:43.422" v="54" actId="700"/>
          <pc:sldLayoutMkLst>
            <pc:docMk/>
            <pc:sldMasterMk cId="2964182762" sldId="2147483648"/>
            <pc:sldLayoutMk cId="3217558035" sldId="2147483654"/>
          </pc:sldLayoutMkLst>
        </pc:sldLayoutChg>
        <pc:sldLayoutChg chg="del">
          <pc:chgData name="Koustav Jana" userId="ae9173d4-f2b4-4920-b8a4-07fcf6ae80a0" providerId="ADAL" clId="{A138BA3B-3498-40C0-9686-4FFD68BDB2E1}" dt="2026-08-30T04:33:43.422" v="54" actId="700"/>
          <pc:sldLayoutMkLst>
            <pc:docMk/>
            <pc:sldMasterMk cId="2964182762" sldId="2147483648"/>
            <pc:sldLayoutMk cId="662980925" sldId="2147483655"/>
          </pc:sldLayoutMkLst>
        </pc:sldLayoutChg>
        <pc:sldLayoutChg chg="del">
          <pc:chgData name="Koustav Jana" userId="ae9173d4-f2b4-4920-b8a4-07fcf6ae80a0" providerId="ADAL" clId="{A138BA3B-3498-40C0-9686-4FFD68BDB2E1}" dt="2026-08-30T04:33:43.422" v="54" actId="700"/>
          <pc:sldLayoutMkLst>
            <pc:docMk/>
            <pc:sldMasterMk cId="2964182762" sldId="2147483648"/>
            <pc:sldLayoutMk cId="1223165280" sldId="2147483656"/>
          </pc:sldLayoutMkLst>
        </pc:sldLayoutChg>
        <pc:sldLayoutChg chg="del">
          <pc:chgData name="Koustav Jana" userId="ae9173d4-f2b4-4920-b8a4-07fcf6ae80a0" providerId="ADAL" clId="{A138BA3B-3498-40C0-9686-4FFD68BDB2E1}" dt="2026-08-30T04:33:43.422" v="54" actId="700"/>
          <pc:sldLayoutMkLst>
            <pc:docMk/>
            <pc:sldMasterMk cId="2964182762" sldId="2147483648"/>
            <pc:sldLayoutMk cId="1721927059" sldId="2147483657"/>
          </pc:sldLayoutMkLst>
        </pc:sldLayoutChg>
        <pc:sldLayoutChg chg="del">
          <pc:chgData name="Koustav Jana" userId="ae9173d4-f2b4-4920-b8a4-07fcf6ae80a0" providerId="ADAL" clId="{A138BA3B-3498-40C0-9686-4FFD68BDB2E1}" dt="2026-08-30T04:33:43.422" v="54" actId="700"/>
          <pc:sldLayoutMkLst>
            <pc:docMk/>
            <pc:sldMasterMk cId="2964182762" sldId="2147483648"/>
            <pc:sldLayoutMk cId="3561376923" sldId="2147483658"/>
          </pc:sldLayoutMkLst>
        </pc:sldLayoutChg>
        <pc:sldLayoutChg chg="del">
          <pc:chgData name="Koustav Jana" userId="ae9173d4-f2b4-4920-b8a4-07fcf6ae80a0" providerId="ADAL" clId="{A138BA3B-3498-40C0-9686-4FFD68BDB2E1}" dt="2026-08-30T04:33:43.422" v="54" actId="700"/>
          <pc:sldLayoutMkLst>
            <pc:docMk/>
            <pc:sldMasterMk cId="2964182762" sldId="2147483648"/>
            <pc:sldLayoutMk cId="86101976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792480" y="2393950"/>
            <a:ext cx="10607040" cy="182880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fr-FR" sz="2000"/>
          </a:p>
        </p:txBody>
      </p:sp>
      <p:sp>
        <p:nvSpPr>
          <p:cNvPr id="13649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92480" y="990600"/>
            <a:ext cx="1060704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64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429000"/>
            <a:ext cx="9347200" cy="16002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619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19A2-C1F9-5A47-99C5-C0EC039F4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71976A9-142A-5947-B3BE-7E456D16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2080" y="6492240"/>
            <a:ext cx="2377440" cy="27432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ECADECB-430B-4854-93B1-C02EFA4FA1CE}" type="slidenum">
              <a:rPr lang="en-US" altLang="fr-FR" smtClean="0"/>
              <a:pPr>
                <a:defRPr/>
              </a:pPr>
              <a:t>‹#›</a:t>
            </a:fld>
            <a:endParaRPr lang="en-US" altLang="fr-FR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502FAB6-96A9-A54F-8844-6C291DC3EA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480" y="1280160"/>
            <a:ext cx="10607040" cy="5120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7475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" y="412433"/>
            <a:ext cx="10607040" cy="5476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6291" y="1280160"/>
            <a:ext cx="5212080" cy="512064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280160"/>
            <a:ext cx="5212080" cy="512064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1AA057E-F6FC-1748-B124-47732C01CF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22080" y="6492240"/>
            <a:ext cx="237744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ECADECB-430B-4854-93B1-C02EFA4FA1CE}" type="slidenum">
              <a:rPr lang="en-US" altLang="fr-FR" smtClean="0"/>
              <a:pPr>
                <a:defRPr/>
              </a:pPr>
              <a:t>‹#›</a:t>
            </a:fld>
            <a:endParaRPr lang="en-US" altLang="fr-FR"/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A52BBADB-D29B-46D0-AF58-84BFBD0F74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90575" y="1005840"/>
            <a:ext cx="10610851" cy="91440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fr-FR" sz="2000"/>
          </a:p>
        </p:txBody>
      </p:sp>
      <p:sp>
        <p:nvSpPr>
          <p:cNvPr id="12" name="Line 5">
            <a:extLst>
              <a:ext uri="{FF2B5EF4-FFF2-40B4-BE49-F238E27FC236}">
                <a16:creationId xmlns:a16="http://schemas.microsoft.com/office/drawing/2014/main" id="{CB1630DE-F2B7-4B6B-97D4-D77841F71B1C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792480" y="6492240"/>
            <a:ext cx="1060704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1272635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92480" y="395289"/>
            <a:ext cx="10607040" cy="54768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0470DE10-F342-204F-B030-4B711A0B724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22080" y="6492240"/>
            <a:ext cx="237744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ECADECB-430B-4854-93B1-C02EFA4FA1CE}" type="slidenum">
              <a:rPr lang="en-US" altLang="fr-FR" smtClean="0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19566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5652B81A-5EDD-F74B-8B01-9BA0CA8593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22080" y="6492240"/>
            <a:ext cx="237744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ECADECB-430B-4854-93B1-C02EFA4FA1CE}" type="slidenum">
              <a:rPr lang="en-US" altLang="fr-FR" smtClean="0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30603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92480" y="412433"/>
            <a:ext cx="1060704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790575" y="1005840"/>
            <a:ext cx="10610851" cy="91440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fr-FR" sz="20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792538" y="6492240"/>
            <a:ext cx="1060704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20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82560-2AB1-7C43-97F5-FCA4A6564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480" y="1188720"/>
            <a:ext cx="10607040" cy="51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DCEDB262-E8FD-564D-B11D-4EA11467B9F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22080" y="6492240"/>
            <a:ext cx="237744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ECADECB-430B-4854-93B1-C02EFA4FA1CE}" type="slidenum">
              <a:rPr lang="en-US" altLang="fr-FR" smtClean="0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79578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99">
          <p15:clr>
            <a:srgbClr val="F26B43"/>
          </p15:clr>
        </p15:guide>
        <p15:guide id="2" pos="71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8E2AA0-2539-7CDF-9F16-9CBDC9137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Description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1F627-AA5A-FEC9-8719-CD7CCFA72C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480" y="1280160"/>
            <a:ext cx="10607040" cy="5010912"/>
          </a:xfrm>
        </p:spPr>
        <p:txBody>
          <a:bodyPr/>
          <a:lstStyle/>
          <a:p>
            <a:r>
              <a:rPr lang="en-US" dirty="0"/>
              <a:t>3 terminal transistor: Gate, Drain, Source</a:t>
            </a:r>
          </a:p>
          <a:p>
            <a:r>
              <a:rPr lang="en-US" dirty="0"/>
              <a:t>For measurements, please assume the following:</a:t>
            </a:r>
          </a:p>
          <a:p>
            <a:pPr lvl="1"/>
            <a:r>
              <a:rPr lang="en-IN" dirty="0"/>
              <a:t>Gate connected to PMU1-channel1</a:t>
            </a:r>
          </a:p>
          <a:p>
            <a:pPr lvl="1"/>
            <a:r>
              <a:rPr lang="en-IN" dirty="0"/>
              <a:t>Drain connected to PMU1-channel2</a:t>
            </a:r>
          </a:p>
          <a:p>
            <a:pPr lvl="1"/>
            <a:r>
              <a:rPr lang="en-IN" dirty="0"/>
              <a:t>Source connected to PMU2-channel1</a:t>
            </a:r>
          </a:p>
          <a:p>
            <a:r>
              <a:rPr lang="en-IN" dirty="0"/>
              <a:t>Measure-Stress-Measure sequence repeated for given list of cumulative stress times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592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94760-0D52-ED5B-122C-C4C6DFB2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Measure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1E572B-6BE7-F3E5-31AB-20760F21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ADECB-430B-4854-93B1-C02EFA4FA1CE}" type="slidenum">
              <a:rPr lang="en-US" altLang="fr-FR" smtClean="0"/>
              <a:pPr>
                <a:defRPr/>
              </a:pPr>
              <a:t>2</a:t>
            </a:fld>
            <a:endParaRPr lang="en-US" alt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EE2D7-CF23-4CDE-B427-89B5437F80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480" y="1280159"/>
            <a:ext cx="10607040" cy="1333001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Bidirectional staircase ramp for Gate, Drain at </a:t>
            </a:r>
            <a:r>
              <a:rPr lang="en-IN" dirty="0" err="1"/>
              <a:t>vdrain</a:t>
            </a:r>
            <a:r>
              <a:rPr lang="en-IN" dirty="0"/>
              <a:t> V and Source at zero</a:t>
            </a:r>
          </a:p>
          <a:p>
            <a:r>
              <a:rPr lang="en-IN" dirty="0"/>
              <a:t>Parametrized by </a:t>
            </a:r>
            <a:r>
              <a:rPr lang="en-IN" dirty="0" err="1"/>
              <a:t>trf</a:t>
            </a:r>
            <a:r>
              <a:rPr lang="en-IN" dirty="0"/>
              <a:t>=2e-7, </a:t>
            </a:r>
            <a:r>
              <a:rPr lang="en-IN" dirty="0" err="1"/>
              <a:t>tplateu</a:t>
            </a:r>
            <a:r>
              <a:rPr lang="en-IN" dirty="0"/>
              <a:t>=1e-5, </a:t>
            </a:r>
            <a:r>
              <a:rPr lang="en-IN" dirty="0" err="1"/>
              <a:t>vdrain</a:t>
            </a:r>
            <a:r>
              <a:rPr lang="en-IN" dirty="0"/>
              <a:t>=0.1, </a:t>
            </a:r>
            <a:r>
              <a:rPr lang="en-IN" dirty="0" err="1"/>
              <a:t>vgate_start</a:t>
            </a:r>
            <a:r>
              <a:rPr lang="en-IN" dirty="0"/>
              <a:t>=0, </a:t>
            </a:r>
            <a:r>
              <a:rPr lang="en-IN" dirty="0" err="1"/>
              <a:t>vgate_stop</a:t>
            </a:r>
            <a:r>
              <a:rPr lang="en-IN" dirty="0"/>
              <a:t>=2, </a:t>
            </a:r>
            <a:r>
              <a:rPr lang="en-IN" dirty="0" err="1"/>
              <a:t>vgate_step</a:t>
            </a:r>
            <a:r>
              <a:rPr lang="en-IN" dirty="0"/>
              <a:t>=0.1</a:t>
            </a:r>
          </a:p>
          <a:p>
            <a:r>
              <a:rPr lang="en-IN" dirty="0"/>
              <a:t>Spot-mean measurement only at </a:t>
            </a:r>
            <a:r>
              <a:rPr lang="en-IN" dirty="0" err="1"/>
              <a:t>plateus</a:t>
            </a:r>
            <a:r>
              <a:rPr lang="en-IN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E79827-A95D-2AC8-33D1-072825DAE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246" y="2613161"/>
            <a:ext cx="8253508" cy="387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4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C17A-92B4-0006-A292-BD26B859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D38832-7D6D-DC64-EE35-DAA0AFDD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ADECB-430B-4854-93B1-C02EFA4FA1CE}" type="slidenum">
              <a:rPr lang="en-US" altLang="fr-FR" smtClean="0"/>
              <a:pPr>
                <a:defRPr/>
              </a:pPr>
              <a:t>3</a:t>
            </a:fld>
            <a:endParaRPr lang="en-US" alt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8B145-370E-5A7F-BBF7-47B6E1CE24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Mode: ‘DC’ </a:t>
            </a:r>
            <a:r>
              <a:rPr lang="en-IN" dirty="0">
                <a:sym typeface="Wingdings" panose="05000000000000000000" pitchFamily="2" charset="2"/>
              </a:rPr>
              <a:t> constant voltage </a:t>
            </a:r>
            <a:r>
              <a:rPr lang="en-IN" dirty="0" err="1">
                <a:sym typeface="Wingdings" panose="05000000000000000000" pitchFamily="2" charset="2"/>
              </a:rPr>
              <a:t>vstress</a:t>
            </a:r>
            <a:r>
              <a:rPr lang="en-IN" dirty="0">
                <a:sym typeface="Wingdings" panose="05000000000000000000" pitchFamily="2" charset="2"/>
              </a:rPr>
              <a:t> V at Gate, Drain and Source at 0 V</a:t>
            </a:r>
          </a:p>
          <a:p>
            <a:r>
              <a:rPr lang="en-IN" dirty="0">
                <a:sym typeface="Wingdings" panose="05000000000000000000" pitchFamily="2" charset="2"/>
              </a:rPr>
              <a:t>Mode: ‘AC’  square pulses parametrized by </a:t>
            </a:r>
            <a:r>
              <a:rPr lang="en-IN" dirty="0" err="1">
                <a:sym typeface="Wingdings" panose="05000000000000000000" pitchFamily="2" charset="2"/>
              </a:rPr>
              <a:t>trf</a:t>
            </a:r>
            <a:r>
              <a:rPr lang="en-IN" dirty="0">
                <a:sym typeface="Wingdings" panose="05000000000000000000" pitchFamily="2" charset="2"/>
              </a:rPr>
              <a:t>, thigh, duty-cycle, </a:t>
            </a:r>
            <a:r>
              <a:rPr lang="en-IN" dirty="0" err="1">
                <a:sym typeface="Wingdings" panose="05000000000000000000" pitchFamily="2" charset="2"/>
              </a:rPr>
              <a:t>vstdby</a:t>
            </a:r>
            <a:r>
              <a:rPr lang="en-IN" dirty="0">
                <a:sym typeface="Wingdings" panose="05000000000000000000" pitchFamily="2" charset="2"/>
              </a:rPr>
              <a:t>, </a:t>
            </a:r>
            <a:r>
              <a:rPr lang="en-IN" dirty="0" err="1">
                <a:sym typeface="Wingdings" panose="05000000000000000000" pitchFamily="2" charset="2"/>
              </a:rPr>
              <a:t>vstress</a:t>
            </a:r>
            <a:r>
              <a:rPr lang="en-IN" dirty="0">
                <a:sym typeface="Wingdings" panose="05000000000000000000" pitchFamily="2" charset="2"/>
              </a:rPr>
              <a:t> (same as above)  no of cycles calculated from the stress time, thigh and duty-cycle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41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69900" marR="0" indent="-469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Char char="o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69900" marR="0" indent="-469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Char char="o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50" charset="-128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ample Presentation 2" id="{206A0C1F-CE71-DA4A-9E61-AD9E2DEAC6D6}" vid="{E14F3833-6E5E-4344-B15D-484F94473B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151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Verdana</vt:lpstr>
      <vt:lpstr>Wingdings</vt:lpstr>
      <vt:lpstr>Profile</vt:lpstr>
      <vt:lpstr>Measurement Description</vt:lpstr>
      <vt:lpstr>Measure</vt:lpstr>
      <vt:lpstr>Stress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Koustav Jana</dc:creator>
  <cp:lastModifiedBy>Koustav Jana</cp:lastModifiedBy>
  <cp:revision>3</cp:revision>
  <dcterms:created xsi:type="dcterms:W3CDTF">2026-08-30T02:59:12Z</dcterms:created>
  <dcterms:modified xsi:type="dcterms:W3CDTF">2026-09-02T01:42:44Z</dcterms:modified>
</cp:coreProperties>
</file>